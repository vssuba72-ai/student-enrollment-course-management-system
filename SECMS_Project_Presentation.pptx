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2D3D"/>
                </a:solidFill>
              </a:defRPr>
            </a:pPr>
            <a:r>
              <a:t>Student Enrollment &amp;</a:t>
            </a:r>
            <a:br/>
            <a:r>
              <a:t>Course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008080"/>
                </a:solidFill>
              </a:defRPr>
            </a:pPr>
            <a:r>
              <a:t>SECMS • A Salesforce Lightning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690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A646E"/>
                </a:solidFill>
              </a:defRPr>
            </a:pPr>
            <a:r>
              <a:t>Project Presentation</a:t>
            </a:r>
            <a:br/>
            <a:r>
              <a:t>Salesforce • Lightning Experience • Developer 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Centralizes student, course and enrollment operations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Supports administrators, enrollment officers and instructors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Uses Salesforce-native automation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Accurate student data management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Structured enrollment workflows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Automated approvals and validations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Transparent reporting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Enrollment data is scattered across spreadsheets and emails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Manual, unintegrated processes create errors and delays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Administrators face delayed reporting and limited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Empathy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Think &amp; Feel: concern about double bookings and revenue loss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Hear: complaints from students and management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See: multiple spreadsheets and emails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Pain: duplicate entries and approval bottlenecks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Gain: automation, dashboards and faster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Ideation &amp;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Ideas: spreadsheet automation, standalone portal, ERP integration, Salesforce system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Grouped as manual, semi-automated and fully automated solutions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Salesforce-based SECMS selected for high feasibility and high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Awareness &amp; Registration → Course Selection → Enrollment Request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Fee Payment → Approval → Instructor Assignment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Reporting &amp;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Student Management – manage student records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Course Management – create and manage courses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Enrollment Processing – request, approve and reject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Instructor Assignment – auto-assign instructors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Reporting – dashboards and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Usability • Security • Reliability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Performance • Scalability • Availability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Role-based access and fast, accurate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User enters student/enrollment data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System validates and stores records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Approval process routes the data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Reports and dashboards consume processed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UI: Salesforce Lightning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Logic: Salesforce Flows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Database: Salesforce Objects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Automation: Validation Rules + Approval Process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Reporting: Reports +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Problem–Solution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Problem: manual enrollment handling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Solution: Salesforce-based SECMS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Novelty: end-to-end automation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Impact: improved student experience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Scalability: multi-department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Student, Course and Instructor objects feed Enrollment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Validation rules, flows and approval process govern Enrollment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Reports and dashboards provide visibility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Role-based security controls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Student__c → parent of Enrollment__c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Course__c → parent of Enrollment__c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Instructor__c → parent of Enrollment__c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Enrollment__c → links student, course and instructor; tracks status and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Project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Agile methodology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Epics → Stories → Story Points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Sprint-based execution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Velocity used for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Backlog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Developer setup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Custom objects, tabs, fields and relationships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Validation rules and automated flows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Approval process and role-based security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Reports and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Project Development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Developer Account → Custom Objects → Fields → Relationships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Validation Rules → Approval Process → Tabs → Lightning App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Page Layouts → Flows → Reports → Dashboards → Security →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Custom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Student: name, email, phone, DOB, status, address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Course: name, category, duration, fee, description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Instructor: name, code, expertise, phone, email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Enrollment: student, course, instructor, date, status,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Enrollment has lookup relationships to Student, Course and Instructor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Student link identifies the enrolled student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Course link identifies the selected course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Instructor link stores assigned instructor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Validation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Institutional email validation for students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Fees must be paid before enrollment approval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Validation prevents invalid or inconsistent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Approval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Entry: Enrollment Status = Requested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Training Manager reviews the request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Approval sets status to Approved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Rejection sets status to Rejected and sends email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Automation with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Set enrollment date automatically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On approval: activate student, notify admin and send email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Auto-assign instructor based on course category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Create follow-up task for requested enrollments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Reports &amp;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Students by Status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Enrollments by Course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Pending Enrollment Approvals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Revenue Report – Fees Paid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Dashboard: donut, bar chart, gauge and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Security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Admin: full access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Enrollment Officer: enrollment read/create/edit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Instructor: read-only access to assigned enrollments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Permission sets and sharing rules support controlled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Student/course/instructor/enrollment creation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Validation and record-type behavior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Flow execution and instructor assignment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Reports and dashboards</a:t>
            </a:r>
          </a:p>
          <a:p>
            <a:pPr>
              <a:spcAft>
                <a:spcPts val="1000"/>
              </a:spcAft>
              <a:defRPr sz="1900" b="0">
                <a:solidFill>
                  <a:srgbClr val="1F2D3D"/>
                </a:solidFill>
              </a:defRPr>
            </a:pPr>
            <a:r>
              <a:t>All seven documented test cases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Advantages &amp;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Advantages: centralized data, automated workflows, real-time reporting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Disadvantages: Salesforce dependency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Disadvantages: initial configuration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SECMS streamlines the student academic lifecycle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Automates enrollment, approvals, instructor assignment and reporting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Improves data accuracy, operational efficiency and decision-making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Payment gateway integration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Student self-service portal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Analytics-driven insights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Mobile access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Student Enrollment &amp; Course Management System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Salesforce Lightning Application</a:t>
            </a:r>
          </a:p>
          <a:p>
            <a:pPr>
              <a:spcAft>
                <a:spcPts val="1000"/>
              </a:spcAft>
              <a:defRPr sz="2100" b="0">
                <a:solidFill>
                  <a:srgbClr val="1F2D3D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